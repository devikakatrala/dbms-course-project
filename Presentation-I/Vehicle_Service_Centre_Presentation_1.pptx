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rlow SemiCondensed Bold" charset="1" panose="00000806000000000000"/>
      <p:regular r:id="rId13"/>
    </p:embeddedFont>
    <p:embeddedFont>
      <p:font typeface="Canva Sans" charset="1" panose="020B0503030501040103"/>
      <p:regular r:id="rId14"/>
    </p:embeddedFont>
    <p:embeddedFont>
      <p:font typeface="Work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71862" y="1582031"/>
            <a:ext cx="15887438" cy="356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8"/>
              </a:lnSpc>
            </a:pPr>
            <a:r>
              <a:rPr lang="en-US" b="true" sz="6784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DESIGN AND IMPLEMENTATION OF A DATABASE MANAGEMENT SYSTEM FOR VEHICLE SERVICE CENTRE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4284" y="6091583"/>
            <a:ext cx="461962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A5F7D"/>
                </a:solidFill>
                <a:latin typeface="Canva Sans"/>
                <a:ea typeface="Canva Sans"/>
                <a:cs typeface="Canva Sans"/>
                <a:sym typeface="Canva Sans"/>
              </a:rPr>
              <a:t>K. Devika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A5F7D"/>
                </a:solidFill>
                <a:latin typeface="Canva Sans"/>
                <a:ea typeface="Canva Sans"/>
                <a:cs typeface="Canva Sans"/>
                <a:sym typeface="Canva Sans"/>
              </a:rPr>
              <a:t>25WU0102120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18210" y="847725"/>
            <a:ext cx="1041592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041" y="3270869"/>
            <a:ext cx="16344433" cy="50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Paper job cards can be misplaced and are difficult to retrieve.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The current servicing status of a vehicle is difficult to track.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Previous service and repair records are not easily available.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 mechanic may be assigned to overlapping repair tasks.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Spare-part stock and quantities used may not be recorded accurately.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Manual invoice calculations may cause delays and billing errors.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 centralized database is required to manage all service records accurately.</a:t>
            </a:r>
          </a:p>
          <a:p>
            <a:pPr algn="just">
              <a:lnSpc>
                <a:spcPts val="4478"/>
              </a:lnSpc>
            </a:pPr>
          </a:p>
          <a:p>
            <a:pPr algn="just">
              <a:lnSpc>
                <a:spcPts val="447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49857" y="763117"/>
            <a:ext cx="11396824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SCOPE OF THE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49857" y="3267847"/>
            <a:ext cx="12388287" cy="449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Register and maintain customer and vehicle details.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Create service bookings and job cards.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Record repair tasks and assign mechanics.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Track vehicle inspections and servicing status.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Manage spare-part stock and quantities used.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Generate invoices and record customer payments.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Retrieve vehicle service history and generate reports.</a:t>
            </a:r>
          </a:p>
          <a:p>
            <a:pPr algn="just">
              <a:lnSpc>
                <a:spcPts val="447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24724" y="5058482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332263" y="-1088660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3404352"/>
                </a:moveTo>
                <a:lnTo>
                  <a:pt x="0" y="3404352"/>
                </a:lnTo>
                <a:lnTo>
                  <a:pt x="0" y="0"/>
                </a:lnTo>
                <a:lnTo>
                  <a:pt x="5633392" y="0"/>
                </a:lnTo>
                <a:lnTo>
                  <a:pt x="5633392" y="34043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734120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2378604" y="2422652"/>
                </a:moveTo>
                <a:lnTo>
                  <a:pt x="0" y="2422652"/>
                </a:lnTo>
                <a:lnTo>
                  <a:pt x="0" y="0"/>
                </a:lnTo>
                <a:lnTo>
                  <a:pt x="2378604" y="0"/>
                </a:lnTo>
                <a:lnTo>
                  <a:pt x="2378604" y="24226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2867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86917" y="3422004"/>
            <a:ext cx="14866624" cy="33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Develop a centralized database for all vehicle service records.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Track bookings, job cards, repair progress and mechanic assignments.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Maintain accurate spare-part stock and usage details.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Generate correct invoices, payments and service-history records.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Reduce data duplication, missing records and manual errors.</a:t>
            </a:r>
          </a:p>
          <a:p>
            <a:pPr algn="l">
              <a:lnSpc>
                <a:spcPts val="447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3119" y="1041999"/>
            <a:ext cx="1121798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USERS OF THE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20387" y="3754106"/>
            <a:ext cx="14723453" cy="33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Manager: Controls the system and views records and reports.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Service Advisor: Registers customers and vehicles, creates bookings and job cards.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Mechanic: Performs assigned repair tasks and updates their status.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Billing Staff: Generates invoices and records payments.</a:t>
            </a:r>
          </a:p>
          <a:p>
            <a:pPr algn="ctr">
              <a:lnSpc>
                <a:spcPts val="447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4886" y="570201"/>
            <a:ext cx="13759513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FUNCTIONAL REQUIREMENTS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0673" y="2479340"/>
            <a:ext cx="15738949" cy="617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Register and manage customer and vehicle details.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Create service bookings and process job cards.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Add repair tasks, record inspections and assign mechanics.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Issue spare parts and update their stock and usage.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Update service status and completion details.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Calculate invoices and record customer payments.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Search and display a vehicle’s complete service history.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Generate reports on pending jobs, mechanic workload, spare-part usage, turnaround time and revenue.</a:t>
            </a:r>
          </a:p>
          <a:p>
            <a:pPr algn="just">
              <a:lnSpc>
                <a:spcPts val="4478"/>
              </a:lnSpc>
            </a:pPr>
          </a:p>
          <a:p>
            <a:pPr algn="just">
              <a:lnSpc>
                <a:spcPts val="447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200586" y="-92273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8" y="1686898"/>
                </a:lnTo>
                <a:lnTo>
                  <a:pt x="1656228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5532" y="3012278"/>
            <a:ext cx="8256935" cy="426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b="true" sz="1400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287443" y="7592438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2686139" y="0"/>
                </a:moveTo>
                <a:lnTo>
                  <a:pt x="0" y="0"/>
                </a:lnTo>
                <a:lnTo>
                  <a:pt x="0" y="3184002"/>
                </a:lnTo>
                <a:lnTo>
                  <a:pt x="2686139" y="3184002"/>
                </a:lnTo>
                <a:lnTo>
                  <a:pt x="2686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87443" y="7422745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815829" y="0"/>
                </a:moveTo>
                <a:lnTo>
                  <a:pt x="0" y="0"/>
                </a:lnTo>
                <a:lnTo>
                  <a:pt x="0" y="830938"/>
                </a:lnTo>
                <a:lnTo>
                  <a:pt x="815829" y="830938"/>
                </a:lnTo>
                <a:lnTo>
                  <a:pt x="8158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77144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0" y="2519853"/>
                </a:moveTo>
                <a:lnTo>
                  <a:pt x="4169757" y="2519853"/>
                </a:lnTo>
                <a:lnTo>
                  <a:pt x="4169757" y="0"/>
                </a:lnTo>
                <a:lnTo>
                  <a:pt x="0" y="0"/>
                </a:lnTo>
                <a:lnTo>
                  <a:pt x="0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895387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4169757" y="2519853"/>
                </a:moveTo>
                <a:lnTo>
                  <a:pt x="0" y="2519853"/>
                </a:lnTo>
                <a:lnTo>
                  <a:pt x="0" y="0"/>
                </a:lnTo>
                <a:lnTo>
                  <a:pt x="4169757" y="0"/>
                </a:lnTo>
                <a:lnTo>
                  <a:pt x="4169757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0032" y="7429442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0" y="0"/>
                </a:moveTo>
                <a:lnTo>
                  <a:pt x="2686139" y="0"/>
                </a:lnTo>
                <a:lnTo>
                  <a:pt x="2686139" y="3184002"/>
                </a:lnTo>
                <a:lnTo>
                  <a:pt x="0" y="31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701" y="7274722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0" y="0"/>
                </a:moveTo>
                <a:lnTo>
                  <a:pt x="815830" y="0"/>
                </a:lnTo>
                <a:lnTo>
                  <a:pt x="815830" y="830937"/>
                </a:lnTo>
                <a:lnTo>
                  <a:pt x="0" y="83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DAHTOTCO2Mc</dc:identifier>
  <dcterms:modified xsi:type="dcterms:W3CDTF">2011-08-01T06:04:30Z</dcterms:modified>
  <cp:revision>1</cp:revision>
  <dc:title>Vehicle service centres manage various activities, including: Customer and vehicle registration Service booking Job-card creation Mechanic and task assignment Inspection and repair tracking Spare-part usage Invoice and payment processing Vehicle</dc:title>
</cp:coreProperties>
</file>