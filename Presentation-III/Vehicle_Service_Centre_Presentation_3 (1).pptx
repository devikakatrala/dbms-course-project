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8"/>
  </p:sldIdLst>
  <p:sldSz cx="18288000" cy="10287000"/>
  <p:notesSz cx="6858000" cy="9144000"/>
  <p:embeddedFontLst>
    <p:embeddedFont>
      <p:font typeface="Barlow SemiCondensed Bold" charset="1" panose="00000806000000000000"/>
      <p:regular r:id="rId13"/>
    </p:embeddedFont>
    <p:embeddedFont>
      <p:font typeface="Canva Sans" charset="1" panose="020B0503030501040103"/>
      <p:regular r:id="rId14"/>
    </p:embeddedFont>
    <p:embeddedFont>
      <p:font typeface="Work Sans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1.png"/><Relationship Id="rId7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6" name="TextBox 5"/>
          <p:cNvSpPr txBox="1"/>
          <p:nvPr/>
        </p:nvSpPr>
        <p:spPr>
          <a:xfrm>
            <a:off x="1828800" y="59436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A5F7D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1463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A5F7D"/>
                </a:solidFill>
                <a:latin typeface="Calibri"/>
              </a:defRPr>
            </a:pPr>
            <a:r>
              <a:t>VEHICLE SERVICE CENTRE</a:t>
            </a:r>
          </a:p>
          <a:p>
            <a:pPr algn="ctr">
              <a:defRPr sz="6000" b="1">
                <a:solidFill>
                  <a:srgbClr val="3A5F7D"/>
                </a:solidFill>
                <a:latin typeface="Calibri"/>
              </a:defRPr>
            </a:pPr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A5F7D"/>
                </a:solidFill>
                <a:latin typeface="Calibri"/>
              </a:defRPr>
            </a:pPr>
            <a:r>
              <a:t>Presentation III — 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00800"/>
            <a:ext cx="1280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3A5F7D"/>
                </a:solidFill>
                <a:latin typeface="Calibri"/>
              </a:defRPr>
            </a:pPr>
            <a:r>
              <a:t>K. Devika</a:t>
            </a:r>
          </a:p>
          <a:p>
            <a:pPr algn="ctr">
              <a:defRPr sz="3400" b="0">
                <a:solidFill>
                  <a:srgbClr val="3A5F7D"/>
                </a:solidFill>
                <a:latin typeface="Calibri"/>
              </a:defRPr>
            </a:pPr>
            <a:r>
              <a:t>25WU0102120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6" name="TextBox 5"/>
          <p:cNvSpPr txBox="1"/>
          <p:nvPr/>
        </p:nvSpPr>
        <p:spPr>
          <a:xfrm>
            <a:off x="1828800" y="59436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A5F7D"/>
                </a:solidFill>
                <a:latin typeface="Calibri"/>
              </a:defRPr>
            </a:pPr>
            <a: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1536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>
                <a:solidFill>
                  <a:srgbClr val="3A5F7D"/>
                </a:solidFill>
                <a:latin typeface="Calibri"/>
              </a:defRPr>
            </a:pPr>
            <a:r>
              <a:t>Python Tkinter interface connected to MySQL</a:t>
            </a:r>
          </a:p>
        </p:txBody>
      </p:sp>
      <p:pic>
        <p:nvPicPr>
          <p:cNvPr id="8" name="Picture 7" descr="01_Database_Connec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8734" y="2468879"/>
            <a:ext cx="9410530" cy="6126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8778240"/>
            <a:ext cx="1463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A5F7D"/>
                </a:solidFill>
                <a:latin typeface="Calibri"/>
              </a:defRPr>
            </a:pPr>
            <a:r>
              <a:t>View records  •  Insert records  •  Delete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6" name="TextBox 5"/>
          <p:cNvSpPr txBox="1"/>
          <p:nvPr/>
        </p:nvSpPr>
        <p:spPr>
          <a:xfrm>
            <a:off x="1828800" y="59436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A5F7D"/>
                </a:solidFill>
                <a:latin typeface="Calibri"/>
              </a:defRPr>
            </a:pPr>
            <a:r>
              <a:t>VIEW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1536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>
                <a:solidFill>
                  <a:srgbClr val="3A5F7D"/>
                </a:solidFill>
                <a:latin typeface="Calibri"/>
              </a:defRPr>
            </a:pPr>
            <a:r>
              <a:t>Select a table to view its records.</a:t>
            </a:r>
          </a:p>
        </p:txBody>
      </p:sp>
      <p:pic>
        <p:nvPicPr>
          <p:cNvPr id="8" name="Picture 7" descr="02_Customer_Before_Ins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428" y="2286000"/>
            <a:ext cx="6439142" cy="6949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6" name="TextBox 5"/>
          <p:cNvSpPr txBox="1"/>
          <p:nvPr/>
        </p:nvSpPr>
        <p:spPr>
          <a:xfrm>
            <a:off x="1828800" y="59436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A5F7D"/>
                </a:solidFill>
                <a:latin typeface="Calibri"/>
              </a:defRPr>
            </a:pPr>
            <a:r>
              <a:t>INSERT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1536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>
                <a:solidFill>
                  <a:srgbClr val="3A5F7D"/>
                </a:solidFill>
                <a:latin typeface="Calibri"/>
              </a:defRPr>
            </a:pPr>
            <a:r>
              <a:t>Enter the customer details and click Insert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A5F7D"/>
                </a:solidFill>
                <a:latin typeface="Calibri"/>
              </a:defRPr>
            </a:pPr>
            <a:r>
              <a:t>Before insertion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A5F7D"/>
                </a:solidFill>
                <a:latin typeface="Calibri"/>
              </a:defRPr>
            </a:pPr>
            <a:r>
              <a:t>After insertion</a:t>
            </a:r>
          </a:p>
        </p:txBody>
      </p:sp>
      <p:pic>
        <p:nvPicPr>
          <p:cNvPr id="10" name="Picture 9" descr="03_Customer_Insert_For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4593" y="2743200"/>
            <a:ext cx="4069213" cy="4389120"/>
          </a:xfrm>
          <a:prstGeom prst="rect">
            <a:avLst/>
          </a:prstGeom>
        </p:spPr>
      </p:pic>
      <p:pic>
        <p:nvPicPr>
          <p:cNvPr id="11" name="Picture 10" descr="04_Customer_After_Inse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23883" y="2743200"/>
            <a:ext cx="4069833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7223760"/>
            <a:ext cx="1463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A5F7D"/>
                </a:solidFill>
                <a:latin typeface="Calibri"/>
              </a:defRPr>
            </a:pPr>
            <a:r>
              <a:t>MySQL confirms that customer 999 was saved.</a:t>
            </a:r>
          </a:p>
        </p:txBody>
      </p:sp>
      <p:pic>
        <p:nvPicPr>
          <p:cNvPr id="13" name="Picture 12" descr="05_MySQL_After_Ins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6792" y="7818120"/>
            <a:ext cx="6274414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6" name="TextBox 5"/>
          <p:cNvSpPr txBox="1"/>
          <p:nvPr/>
        </p:nvSpPr>
        <p:spPr>
          <a:xfrm>
            <a:off x="1828800" y="594360"/>
            <a:ext cx="1463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A5F7D"/>
                </a:solidFill>
                <a:latin typeface="Calibri"/>
              </a:defRPr>
            </a:pPr>
            <a:r>
              <a:t>DELETE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1536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0">
                <a:solidFill>
                  <a:srgbClr val="3A5F7D"/>
                </a:solidFill>
                <a:latin typeface="Calibri"/>
              </a:defRPr>
            </a:pPr>
            <a:r>
              <a:t>Select the customer, click Delete Selected and confirm.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945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A5F7D"/>
                </a:solidFill>
                <a:latin typeface="Calibri"/>
              </a:defRPr>
            </a:pPr>
            <a:r>
              <a:t>Delete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194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A5F7D"/>
                </a:solidFill>
                <a:latin typeface="Calibri"/>
              </a:defRPr>
            </a:pPr>
            <a:r>
              <a:t>After deletion</a:t>
            </a:r>
          </a:p>
        </p:txBody>
      </p:sp>
      <p:pic>
        <p:nvPicPr>
          <p:cNvPr id="10" name="Picture 9" descr="06_Delete_Confirm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0580" y="2743200"/>
            <a:ext cx="8177399" cy="4389120"/>
          </a:xfrm>
          <a:prstGeom prst="rect">
            <a:avLst/>
          </a:prstGeom>
        </p:spPr>
      </p:pic>
      <p:pic>
        <p:nvPicPr>
          <p:cNvPr id="11" name="Picture 10" descr="07_Customer_After_Dele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57058" y="2743200"/>
            <a:ext cx="4060682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8800" y="7360920"/>
            <a:ext cx="1463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A5F7D"/>
                </a:solidFill>
                <a:latin typeface="Calibri"/>
              </a:defRPr>
            </a:pPr>
            <a:r>
              <a:t>MySQL returns “Empty set”: customer 999 was deleted.</a:t>
            </a:r>
          </a:p>
        </p:txBody>
      </p:sp>
      <p:pic>
        <p:nvPicPr>
          <p:cNvPr id="13" name="Picture 12" descr="08_MySQL_After_Dele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463" y="8046720"/>
            <a:ext cx="8581072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DAHTOTCO2Mc</dc:identifier>
  <dcterms:modified xsi:type="dcterms:W3CDTF">2011-08-01T06:04:30Z</dcterms:modified>
  <cp:revision>1</cp:revision>
  <dc:title>Vehicle service centres manage various activities, including: Customer and vehicle registration Service booking Job-card creation Mechanic and task assignment Inspection and repair tracking Spare-part usage Invoice and payment processing Vehicle</dc:title>
</cp:coreProperties>
</file>